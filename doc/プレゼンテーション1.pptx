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>
      <p:cViewPr varScale="1">
        <p:scale>
          <a:sx n="80" d="100"/>
          <a:sy n="80" d="100"/>
        </p:scale>
        <p:origin x="13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3B13DC-6676-4C77-A0C2-967B6DD98A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CE2171E-F469-428F-978F-FE11B0AF3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EB15C1-F800-4722-B707-049A9A00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61663-66F3-4E75-BFAF-FCF1864DF026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A60F98-1C13-4001-A07E-D28C615FA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5F4876-711C-432C-B8F7-A1F7E98B8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6569F-D316-4CB6-83E7-E91B803834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087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C5E015-E8C6-480C-A031-1DAEC76CB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D8597B-897F-4917-A7B7-90684049A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11F221-BA8F-434D-AA7A-1406A12F7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61663-66F3-4E75-BFAF-FCF1864DF026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7940EC-470F-4C04-8A04-952B6D5C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389609-7A67-4D5C-870E-91FAA745F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6569F-D316-4CB6-83E7-E91B803834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5163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3E304C-59A9-4DFE-B338-6F5C1257F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78D1C1F-85E4-4DE0-A8D1-C77FEC87F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1CDC5D-4B31-44F4-B600-962FFAD00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61663-66F3-4E75-BFAF-FCF1864DF026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B6AB60-7B16-41FA-B198-13F1E18A4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5A93CD-D7D0-4382-86BC-0F5038F00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6569F-D316-4CB6-83E7-E91B803834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6873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FAE3CA-C546-4FC6-8A01-1327CB36B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ECCFCF-F1FC-4F61-84A3-9B979A942B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60D90A5-A074-401D-A807-605C8AB43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371B939-9DE4-43B3-A4F0-1E8606D7A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61663-66F3-4E75-BFAF-FCF1864DF026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9065BD-228E-4974-AFAD-35060F483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2C6B9C5-5CC7-4488-98C5-7427761BA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6569F-D316-4CB6-83E7-E91B803834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4702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A8E4DD-44FF-4023-8159-263AA761E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F6B7B7-9DDE-4BC6-91FB-0C1B978C6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EA857A0-442A-48CF-8B3B-0E76EE1A34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544F051-25ED-42BA-949E-926401FAF9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1FF04F7-1176-44CE-89BE-F612F32AF2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43934A2-7B38-4731-9360-47C3809B8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61663-66F3-4E75-BFAF-FCF1864DF026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92DC37F-235C-446D-B99A-4B09E8D47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F1AE635-8896-434D-AF32-99FA6C37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6569F-D316-4CB6-83E7-E91B803834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9422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4D564F-C28D-46A3-8F23-ED3370DFF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BFB2F5A-D30B-4224-A7CE-6AD44D71D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61663-66F3-4E75-BFAF-FCF1864DF026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6C9E3A4-BEDC-4223-8DCD-B3CFE1E96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88C9ADA-E535-437E-8C93-66655C6D2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6569F-D316-4CB6-83E7-E91B803834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6622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0E04709-0BC2-4EB9-92B2-8DF320960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61663-66F3-4E75-BFAF-FCF1864DF026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8E784EA-454E-4A8B-A135-58599FD19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F666FA-DDFD-4995-8B8D-0BBD69D2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6569F-D316-4CB6-83E7-E91B803834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1487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3A4745-76F0-4781-A815-1F74A80B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42703E-F915-407D-AE94-EE1D61EBF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0BCB06A-F635-46F3-ACB5-F2B41D03D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CF6905-94C6-4FB4-A5F1-DA4CD57B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61663-66F3-4E75-BFAF-FCF1864DF026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0B17A1B-8B9C-41F5-9827-EDAE9770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9CC96D-416A-41BE-85C3-7211E2D5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6569F-D316-4CB6-83E7-E91B803834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2142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98087B-ED63-4B3B-8F6A-EC10A8686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DA7F682-7A9C-44E7-ADAC-58F2D9AA42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6DC269A-C07E-40A9-8BD6-78B5DE3E6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E56E888-0AB5-4080-AB50-E2AB60C9A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61663-66F3-4E75-BFAF-FCF1864DF026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E3794AB-1141-4B9E-A762-D15E21BDB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C8E18E-9541-4EF0-BC7A-3581ED4AE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6569F-D316-4CB6-83E7-E91B803834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607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5BEB49-3CCF-4DB7-85B6-BB6566C8C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026A534-4975-4FFB-88D2-791864E5F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2EFEB8-7B98-470E-AF4D-89F58DF96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61663-66F3-4E75-BFAF-FCF1864DF026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DDCD9A-8C34-4372-A14F-B3254A29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E3A2CF-AD47-4E52-9FDB-889C3FB4B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6569F-D316-4CB6-83E7-E91B803834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7879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05B28F2-B32A-4F2A-8D36-C20B5FFE8B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6AB77C6-6BDD-4E1F-BFBF-6470CE353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9CEC2F-C401-40A4-A5EC-81B049632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61663-66F3-4E75-BFAF-FCF1864DF026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006E9B-6C28-4384-8BA8-6CF8C146F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24E52E-FCCC-44AB-AFAE-3452CBC5A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6569F-D316-4CB6-83E7-E91B803834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7188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1C308E0-7F20-461C-BC44-49A61B818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1FA238C-E15D-4785-9EC8-6C568D86C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04B7BF-3995-4CE0-8725-1334F8D1F4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61663-66F3-4E75-BFAF-FCF1864DF026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61325B-C0CE-4A1E-940E-A58A7B1D7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B0BBC8-0B11-42DF-BCA9-ED1AF3E21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6569F-D316-4CB6-83E7-E91B803834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3088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1242845-8EE8-96DA-411B-4BAC7DB49062}"/>
              </a:ext>
            </a:extLst>
          </p:cNvPr>
          <p:cNvSpPr/>
          <p:nvPr/>
        </p:nvSpPr>
        <p:spPr>
          <a:xfrm>
            <a:off x="4079776" y="1700808"/>
            <a:ext cx="2304256" cy="23042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694A778-3360-8989-EB1C-C5AA6FE34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19"/>
          <a:stretch/>
        </p:blipFill>
        <p:spPr>
          <a:xfrm>
            <a:off x="4079776" y="1789632"/>
            <a:ext cx="2160240" cy="214342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E5E759B7-6163-A01C-38AC-530118555E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160" y="1667784"/>
            <a:ext cx="2265272" cy="2265272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CA7E778-5136-2AE0-B0DA-2D6D813924E3}"/>
              </a:ext>
            </a:extLst>
          </p:cNvPr>
          <p:cNvSpPr txBox="1"/>
          <p:nvPr/>
        </p:nvSpPr>
        <p:spPr>
          <a:xfrm>
            <a:off x="8112224" y="2564904"/>
            <a:ext cx="13681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b="1" dirty="0">
                <a:ln w="123825"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</a:rPr>
              <a:t>EX</a:t>
            </a:r>
            <a:endParaRPr kumimoji="1" lang="ja-JP" altLang="en-US" b="1" dirty="0">
              <a:ln w="123825">
                <a:solidFill>
                  <a:schemeClr val="accent6">
                    <a:lumMod val="50000"/>
                  </a:schemeClr>
                </a:solidFill>
              </a:ln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57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17154393-AD12-40BA-9ADD-E23735102C4F}" vid="{714A8C7F-928C-459E-A4B4-10B0B63665A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598</TotalTime>
  <Words>1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勲 西浦</dc:creator>
  <cp:lastModifiedBy>勲 西浦</cp:lastModifiedBy>
  <cp:revision>2</cp:revision>
  <dcterms:created xsi:type="dcterms:W3CDTF">2025-04-24T09:02:44Z</dcterms:created>
  <dcterms:modified xsi:type="dcterms:W3CDTF">2025-04-25T21:38:35Z</dcterms:modified>
</cp:coreProperties>
</file>